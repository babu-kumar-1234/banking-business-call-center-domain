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Fixed Deposit Subscription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Banking Call Center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📘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Client: Leading Banking Institution</a:t>
            </a:r>
          </a:p>
          <a:p>
            <a:r>
              <a:t>Objective: Predict which customers will subscribe to fixed deposits using call center data.</a:t>
            </a:r>
          </a:p>
          <a:p>
            <a:r>
              <a:t>Data Source: Customer demographics, call details, and past campaign outcomes.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🧩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missing values, clean and structured dataset.</a:t>
            </a:r>
          </a:p>
          <a:p>
            <a:r>
              <a:t>- Included customer details, contact info, and previous campaign outcomes.</a:t>
            </a:r>
          </a:p>
          <a:p>
            <a:r>
              <a:t>- Target variable: 'y' (Yes/No for fixed deposit subscription).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Older customers and retirees showed higher interest.</a:t>
            </a:r>
          </a:p>
          <a:p>
            <a:r>
              <a:t>- Call duration has a direct impact on subscription likelihood.</a:t>
            </a:r>
          </a:p>
          <a:p>
            <a:r>
              <a:t>- Positive history with campaigns increases chance of subscription.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Model Building &amp;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Logistic Regression and Random Forest achieved ~91% accuracy.</a:t>
            </a:r>
          </a:p>
          <a:p>
            <a:r>
              <a:t>- Other models tested: Decision Tree, SVM, KNN.</a:t>
            </a:r>
          </a:p>
          <a:p>
            <a:r>
              <a:t>- Confusion matrices used to evaluate prediction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Target high-probability customers more effectively.</a:t>
            </a:r>
          </a:p>
          <a:p>
            <a:r>
              <a:t>- Improve call efficiency and reduce churn.</a:t>
            </a:r>
          </a:p>
          <a:p>
            <a:r>
              <a:t>- Personalized scripts based on predictive customer profiling.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Integrate model into call center system.</a:t>
            </a:r>
          </a:p>
          <a:p>
            <a:r>
              <a:t>2. Continuously retrain with updated data.</a:t>
            </a:r>
          </a:p>
          <a:p>
            <a:r>
              <a:t>3. Empower agents with data-backed customer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🏁 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provides a data-driven approach to optimizing</a:t>
            </a:r>
          </a:p>
          <a:p>
            <a:r>
              <a:t>fixed deposit subscriptions through smarter targeting and</a:t>
            </a:r>
          </a:p>
          <a:p>
            <a:r>
              <a:t>better use of existing call center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